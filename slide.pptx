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3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C879-95C2-7E1E-3B02-561844FC4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CF5E7-8E99-ACC4-598F-B1F3842FC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B1C20-A5CD-2802-B9E5-50A77DFA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75238-99A3-23B1-04F5-6A8D4C26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A54AF-9333-488A-89D5-63B8BC84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1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DD3E-D3C5-9C45-3AFE-8196DCE5C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70D88-64D2-250C-13C0-0E6AE7073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DB2D8-4790-6E6A-FFAD-09C01593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CD60F-485B-E313-3D19-D5A539B6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6A88-412F-9CF4-7E27-1DD42A99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4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610B-9CF5-47AE-62BF-BEE344F98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C52DB-FBEF-BECA-B468-49ACF228C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2447C-24A2-B921-E2FF-EB5C5186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223A3-5933-B451-60AD-9DD18587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370B4-91FF-3894-05B6-9CA919F3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D550-B632-3F36-7EE8-0A878AF8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2CF6-2F86-29AB-DC29-3AB3EF1DF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1AEA7-7AB8-BE55-4728-A452904B7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1C44D-D6EB-1128-1FE4-9BE5E997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EC924-2B0D-48B8-C7EA-10AAA4C0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A953D-A10E-68DC-3F7F-7B76BBC4D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D9BF-6D1C-61AC-5B65-D0FD9419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44BC7-68D8-1CAF-0A45-DAA0C4D2B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479A9-7A44-1C71-3313-D801EBC82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2EEC7-2EC2-D4F2-7BDD-584B92264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C4494-0F7E-2F43-50B6-33F22122A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9BB23-E139-A65E-B4D9-D9447362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611A9A-774B-7153-4DB0-D9464D0D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6C90E-A190-C9B7-C418-D23ECAC5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1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C46A-36C9-D450-E05C-A13CE2A3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BBB65-7709-B294-95E2-CE0AF4D3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3E1BF-0521-7783-F1BD-3A88F15D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E7931-96EC-8A9F-888C-F9FE2896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5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D941A-F9E4-FBD8-9013-8487C9E4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099B8-9DCF-6292-74CF-A4E10A08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625B9-0BED-126B-302C-DB74BD3B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2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53C5-3650-9D5F-94D5-507E195B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FF50-4A02-7B4F-B2A4-89DE23AA6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FDBF8-6DF5-62A2-3459-9C218F9FE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D7156-0DDA-477C-7529-139F4D0D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1DADD-AB35-149D-7CED-3BA7BD5E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1E137-EBE9-97ED-43CC-F3DE91EB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5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9AC4-342C-5F2A-E839-1000F691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D3038-982F-6873-D920-E77814857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FD813-29A9-F50C-6394-B134BD980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80A08-781D-E418-4286-BCA45F9B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09A7D-B7CE-6A2A-FAFC-6EE6EEE2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65465-060C-1A00-607C-F8FCA1F3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1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34B3-8ABB-4B99-8579-EDCE6B25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501D3-5039-E6C4-3FC9-1992AF711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186C0-174D-B2B7-C6F9-AA4F034E6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CF94-C6AA-A572-7706-C9AD59D3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5CC15-9FCC-15BC-2379-83967152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8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51878-0761-BBF9-2AE4-1B4AD6B0B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B1E1B-E0C3-25EA-3420-2A56A7213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E1694-2F73-02A6-A8F3-F925C4D9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2B2FF-8CFC-E9D6-60AB-FF94E54B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D8191-598A-4DEA-CD99-FA50FC78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6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C324E-55DB-FB0A-B566-6C219AD1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65137-E306-5564-528E-4D9A216B3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023BF-CC91-30AB-CC54-B7FBF78DF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D1261-B390-4B08-83FB-35BA95518E7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8E357-65F9-21B6-A4C1-D4BD5A2B6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CCE72-996A-9241-5C6A-FEEFA25AC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F4DD6-0785-4929-9908-D7E0B142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3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arment size&#10;&#10;Description automatically generated">
            <a:extLst>
              <a:ext uri="{FF2B5EF4-FFF2-40B4-BE49-F238E27FC236}">
                <a16:creationId xmlns:a16="http://schemas.microsoft.com/office/drawing/2014/main" id="{791BEA01-A77E-237F-3860-822465919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7095"/>
            <a:ext cx="3958542" cy="2591010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E6C3A12B-83D6-3E1C-B84C-A6269C0D5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871" y="957095"/>
            <a:ext cx="3958541" cy="2591010"/>
          </a:xfrm>
          <a:prstGeom prst="rect">
            <a:avLst/>
          </a:prstGeom>
        </p:spPr>
      </p:pic>
      <p:pic>
        <p:nvPicPr>
          <p:cNvPr id="9" name="Picture 8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FA4D4662-D45D-A4B5-607C-B93E6F2F4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130" y="989577"/>
            <a:ext cx="4097620" cy="2574769"/>
          </a:xfrm>
          <a:prstGeom prst="rect">
            <a:avLst/>
          </a:prstGeom>
        </p:spPr>
      </p:pic>
      <p:pic>
        <p:nvPicPr>
          <p:cNvPr id="11" name="Picture 10" descr="A diagram of a comparison between two different colored boxes&#10;&#10;Description automatically generated with medium confidence">
            <a:extLst>
              <a:ext uri="{FF2B5EF4-FFF2-40B4-BE49-F238E27FC236}">
                <a16:creationId xmlns:a16="http://schemas.microsoft.com/office/drawing/2014/main" id="{2C534035-D0F5-6ABB-D75A-B793501D6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175" y="3819646"/>
            <a:ext cx="4239727" cy="2776403"/>
          </a:xfrm>
          <a:prstGeom prst="rect">
            <a:avLst/>
          </a:prstGeom>
        </p:spPr>
      </p:pic>
      <p:pic>
        <p:nvPicPr>
          <p:cNvPr id="13" name="Picture 12" descr="A graph showing a comparison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1BC49A96-DF00-9A2E-FF32-9311B8245A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72" y="3912243"/>
            <a:ext cx="4128168" cy="26838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6AEB33-1755-FF45-5576-996AB639D81E}"/>
              </a:ext>
            </a:extLst>
          </p:cNvPr>
          <p:cNvSpPr txBox="1"/>
          <p:nvPr/>
        </p:nvSpPr>
        <p:spPr>
          <a:xfrm>
            <a:off x="219919" y="620245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781ED-3176-59D8-00B1-033D3D1B62A4}"/>
              </a:ext>
            </a:extLst>
          </p:cNvPr>
          <p:cNvSpPr txBox="1"/>
          <p:nvPr/>
        </p:nvSpPr>
        <p:spPr>
          <a:xfrm>
            <a:off x="4334095" y="64551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EE0C20-AF25-DAFC-8B3C-A329DEDADCC9}"/>
              </a:ext>
            </a:extLst>
          </p:cNvPr>
          <p:cNvSpPr txBox="1"/>
          <p:nvPr/>
        </p:nvSpPr>
        <p:spPr>
          <a:xfrm>
            <a:off x="8462697" y="64551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8581C-6EEE-6372-A86F-320C947A090E}"/>
              </a:ext>
            </a:extLst>
          </p:cNvPr>
          <p:cNvSpPr txBox="1"/>
          <p:nvPr/>
        </p:nvSpPr>
        <p:spPr>
          <a:xfrm>
            <a:off x="1760301" y="363498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7D557-B311-8239-A5FF-C6B688C61411}"/>
              </a:ext>
            </a:extLst>
          </p:cNvPr>
          <p:cNvSpPr txBox="1"/>
          <p:nvPr/>
        </p:nvSpPr>
        <p:spPr>
          <a:xfrm>
            <a:off x="6406100" y="371133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1e)</a:t>
            </a:r>
          </a:p>
        </p:txBody>
      </p:sp>
    </p:spTree>
    <p:extLst>
      <p:ext uri="{BB962C8B-B14F-4D97-AF65-F5344CB8AC3E}">
        <p14:creationId xmlns:p14="http://schemas.microsoft.com/office/powerpoint/2010/main" val="1108399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e chart with numbers and numbers&#10;&#10;Description automatically generated">
            <a:extLst>
              <a:ext uri="{FF2B5EF4-FFF2-40B4-BE49-F238E27FC236}">
                <a16:creationId xmlns:a16="http://schemas.microsoft.com/office/drawing/2014/main" id="{721D79A3-A2EC-348B-CAFF-87854D054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558" y="749281"/>
            <a:ext cx="7361498" cy="6007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F335F1-25D5-3A95-CD66-D92F16349A03}"/>
              </a:ext>
            </a:extLst>
          </p:cNvPr>
          <p:cNvSpPr txBox="1"/>
          <p:nvPr/>
        </p:nvSpPr>
        <p:spPr>
          <a:xfrm>
            <a:off x="2341944" y="37994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211863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arment size&#10;&#10;Description automatically generated">
            <a:extLst>
              <a:ext uri="{FF2B5EF4-FFF2-40B4-BE49-F238E27FC236}">
                <a16:creationId xmlns:a16="http://schemas.microsoft.com/office/drawing/2014/main" id="{2081E306-073E-24D5-1AA9-448A47636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877"/>
            <a:ext cx="3842796" cy="2426640"/>
          </a:xfrm>
          <a:prstGeom prst="rect">
            <a:avLst/>
          </a:prstGeom>
        </p:spPr>
      </p:pic>
      <p:pic>
        <p:nvPicPr>
          <p:cNvPr id="5" name="Picture 4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09EED20D-B037-CD8D-A156-BF60C0B19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450" y="132877"/>
            <a:ext cx="3842796" cy="2418286"/>
          </a:xfrm>
          <a:prstGeom prst="rect">
            <a:avLst/>
          </a:prstGeom>
        </p:spPr>
      </p:pic>
      <p:pic>
        <p:nvPicPr>
          <p:cNvPr id="7" name="Picture 6" descr="A graph of a line graph&#10;&#10;Description automatically generated">
            <a:extLst>
              <a:ext uri="{FF2B5EF4-FFF2-40B4-BE49-F238E27FC236}">
                <a16:creationId xmlns:a16="http://schemas.microsoft.com/office/drawing/2014/main" id="{4C0ABA5C-BE72-816C-C771-5518F99C5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124" y="141231"/>
            <a:ext cx="3665903" cy="2314936"/>
          </a:xfrm>
          <a:prstGeom prst="rect">
            <a:avLst/>
          </a:prstGeom>
        </p:spPr>
      </p:pic>
      <p:pic>
        <p:nvPicPr>
          <p:cNvPr id="9" name="Picture 8" descr="A graph of a blue line&#10;&#10;Description automatically generated with medium confidence">
            <a:extLst>
              <a:ext uri="{FF2B5EF4-FFF2-40B4-BE49-F238E27FC236}">
                <a16:creationId xmlns:a16="http://schemas.microsoft.com/office/drawing/2014/main" id="{ED9C580E-FE3B-3537-0CB3-CE8C36D4B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34" y="2559517"/>
            <a:ext cx="3842796" cy="2271573"/>
          </a:xfrm>
          <a:prstGeom prst="rect">
            <a:avLst/>
          </a:prstGeom>
        </p:spPr>
      </p:pic>
      <p:pic>
        <p:nvPicPr>
          <p:cNvPr id="11" name="Picture 10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F90FA9C-50F1-4382-4F14-D195699EC9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628" y="4831090"/>
            <a:ext cx="3712980" cy="1910072"/>
          </a:xfrm>
          <a:prstGeom prst="rect">
            <a:avLst/>
          </a:prstGeom>
        </p:spPr>
      </p:pic>
      <p:pic>
        <p:nvPicPr>
          <p:cNvPr id="13" name="Picture 12" descr="A graph showing the number of user data&#10;&#10;Description automatically generated">
            <a:extLst>
              <a:ext uri="{FF2B5EF4-FFF2-40B4-BE49-F238E27FC236}">
                <a16:creationId xmlns:a16="http://schemas.microsoft.com/office/drawing/2014/main" id="{092BF193-6257-1193-152D-56679E6048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627" y="2559517"/>
            <a:ext cx="3712980" cy="2235694"/>
          </a:xfrm>
          <a:prstGeom prst="rect">
            <a:avLst/>
          </a:prstGeom>
        </p:spPr>
      </p:pic>
      <p:pic>
        <p:nvPicPr>
          <p:cNvPr id="15" name="Picture 14" descr="A graph with a blue line&#10;&#10;Description automatically generated">
            <a:extLst>
              <a:ext uri="{FF2B5EF4-FFF2-40B4-BE49-F238E27FC236}">
                <a16:creationId xmlns:a16="http://schemas.microsoft.com/office/drawing/2014/main" id="{3FB999EF-2041-F8E5-3820-154B25742B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124" y="2551163"/>
            <a:ext cx="3665903" cy="21342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6B2BF2-4EB1-3163-E9C4-DC46F4DF7785}"/>
              </a:ext>
            </a:extLst>
          </p:cNvPr>
          <p:cNvSpPr txBox="1"/>
          <p:nvPr/>
        </p:nvSpPr>
        <p:spPr>
          <a:xfrm>
            <a:off x="274973" y="-51789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A0C86-E702-AF47-D2C1-16B828008FAD}"/>
              </a:ext>
            </a:extLst>
          </p:cNvPr>
          <p:cNvSpPr txBox="1"/>
          <p:nvPr/>
        </p:nvSpPr>
        <p:spPr>
          <a:xfrm>
            <a:off x="4421529" y="-6972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F9362B-96A7-8298-C4AF-396E92C3EBF9}"/>
              </a:ext>
            </a:extLst>
          </p:cNvPr>
          <p:cNvSpPr txBox="1"/>
          <p:nvPr/>
        </p:nvSpPr>
        <p:spPr>
          <a:xfrm>
            <a:off x="8564066" y="-4343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B0FDCE-386E-06FD-E695-DB69258ABBB2}"/>
              </a:ext>
            </a:extLst>
          </p:cNvPr>
          <p:cNvSpPr txBox="1"/>
          <p:nvPr/>
        </p:nvSpPr>
        <p:spPr>
          <a:xfrm>
            <a:off x="278992" y="237485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876CB3-5962-565D-A7FE-40EEB4DA80D7}"/>
              </a:ext>
            </a:extLst>
          </p:cNvPr>
          <p:cNvSpPr txBox="1"/>
          <p:nvPr/>
        </p:nvSpPr>
        <p:spPr>
          <a:xfrm>
            <a:off x="4429544" y="237485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84D607-C77A-5753-8B1B-9D957AB06CA3}"/>
              </a:ext>
            </a:extLst>
          </p:cNvPr>
          <p:cNvSpPr txBox="1"/>
          <p:nvPr/>
        </p:nvSpPr>
        <p:spPr>
          <a:xfrm>
            <a:off x="8476472" y="2366497"/>
            <a:ext cx="448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2f)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526C0-A5B8-0700-0F19-0C7C926C043B}"/>
              </a:ext>
            </a:extLst>
          </p:cNvPr>
          <p:cNvSpPr txBox="1"/>
          <p:nvPr/>
        </p:nvSpPr>
        <p:spPr>
          <a:xfrm>
            <a:off x="4583575" y="4618899"/>
            <a:ext cx="48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2g)</a:t>
            </a:r>
          </a:p>
        </p:txBody>
      </p:sp>
    </p:spTree>
    <p:extLst>
      <p:ext uri="{BB962C8B-B14F-4D97-AF65-F5344CB8AC3E}">
        <p14:creationId xmlns:p14="http://schemas.microsoft.com/office/powerpoint/2010/main" val="359622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584F7C1-DD3F-A690-0759-D3AF5C0C1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47" y="112728"/>
            <a:ext cx="3597645" cy="2363613"/>
          </a:xfrm>
          <a:prstGeom prst="rect">
            <a:avLst/>
          </a:prstGeom>
        </p:spPr>
      </p:pic>
      <p:pic>
        <p:nvPicPr>
          <p:cNvPr id="5" name="Picture 4" descr="A graph with lines and dots&#10;&#10;Description automatically generated">
            <a:extLst>
              <a:ext uri="{FF2B5EF4-FFF2-40B4-BE49-F238E27FC236}">
                <a16:creationId xmlns:a16="http://schemas.microsoft.com/office/drawing/2014/main" id="{86CCB437-6B41-2ED0-00B7-188B3E835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373" y="135683"/>
            <a:ext cx="3597645" cy="2256320"/>
          </a:xfrm>
          <a:prstGeom prst="rect">
            <a:avLst/>
          </a:prstGeom>
        </p:spPr>
      </p:pic>
      <p:pic>
        <p:nvPicPr>
          <p:cNvPr id="7" name="Picture 6" descr="A line graph with numbers and points&#10;&#10;Description automatically generated with medium confidence">
            <a:extLst>
              <a:ext uri="{FF2B5EF4-FFF2-40B4-BE49-F238E27FC236}">
                <a16:creationId xmlns:a16="http://schemas.microsoft.com/office/drawing/2014/main" id="{4F77CEE8-FA8F-A717-C4E1-289933702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699" y="146931"/>
            <a:ext cx="3597645" cy="2295208"/>
          </a:xfrm>
          <a:prstGeom prst="rect">
            <a:avLst/>
          </a:prstGeom>
        </p:spPr>
      </p:pic>
      <p:pic>
        <p:nvPicPr>
          <p:cNvPr id="9" name="Picture 8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8D05B7E5-C7CB-CBF5-C150-A5CC73F87E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4" y="2480305"/>
            <a:ext cx="3759690" cy="2413438"/>
          </a:xfrm>
          <a:prstGeom prst="rect">
            <a:avLst/>
          </a:prstGeom>
        </p:spPr>
      </p:pic>
      <p:pic>
        <p:nvPicPr>
          <p:cNvPr id="11" name="Picture 10" descr="A graph with a line&#10;&#10;Description automatically generated">
            <a:extLst>
              <a:ext uri="{FF2B5EF4-FFF2-40B4-BE49-F238E27FC236}">
                <a16:creationId xmlns:a16="http://schemas.microsoft.com/office/drawing/2014/main" id="{A4C2EF12-FF27-7A21-2D58-85BE6DA9AF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836" y="2437419"/>
            <a:ext cx="3790717" cy="2499210"/>
          </a:xfrm>
          <a:prstGeom prst="rect">
            <a:avLst/>
          </a:prstGeom>
        </p:spPr>
      </p:pic>
      <p:pic>
        <p:nvPicPr>
          <p:cNvPr id="13" name="Picture 12" descr="A graph of a line&#10;&#10;Description automatically generated">
            <a:extLst>
              <a:ext uri="{FF2B5EF4-FFF2-40B4-BE49-F238E27FC236}">
                <a16:creationId xmlns:a16="http://schemas.microsoft.com/office/drawing/2014/main" id="{D4A2FD2C-D13D-D373-592E-83AD6FA958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162" y="2480306"/>
            <a:ext cx="3790717" cy="2413437"/>
          </a:xfrm>
          <a:prstGeom prst="rect">
            <a:avLst/>
          </a:prstGeom>
        </p:spPr>
      </p:pic>
      <p:pic>
        <p:nvPicPr>
          <p:cNvPr id="15" name="Picture 14" descr="A line graph with a dotted line&#10;&#10;Description automatically generated with medium confidence">
            <a:extLst>
              <a:ext uri="{FF2B5EF4-FFF2-40B4-BE49-F238E27FC236}">
                <a16:creationId xmlns:a16="http://schemas.microsoft.com/office/drawing/2014/main" id="{F0520BF9-F27D-0629-0E8A-DDF8C27533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836" y="4936629"/>
            <a:ext cx="3790717" cy="18759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03101C-B9C1-9413-FBFC-1C3B75181887}"/>
              </a:ext>
            </a:extLst>
          </p:cNvPr>
          <p:cNvSpPr txBox="1"/>
          <p:nvPr/>
        </p:nvSpPr>
        <p:spPr>
          <a:xfrm>
            <a:off x="266218" y="-48983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3CA29D-33DA-4187-AE24-D8CAD95A5A01}"/>
              </a:ext>
            </a:extLst>
          </p:cNvPr>
          <p:cNvSpPr txBox="1"/>
          <p:nvPr/>
        </p:nvSpPr>
        <p:spPr>
          <a:xfrm>
            <a:off x="4294208" y="-4898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3E38AF-68FC-FBAE-83A1-6127872A24FC}"/>
              </a:ext>
            </a:extLst>
          </p:cNvPr>
          <p:cNvSpPr txBox="1"/>
          <p:nvPr/>
        </p:nvSpPr>
        <p:spPr>
          <a:xfrm>
            <a:off x="8328610" y="-3773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7A911-880C-AF77-1FA5-E834EFB174BB}"/>
              </a:ext>
            </a:extLst>
          </p:cNvPr>
          <p:cNvSpPr txBox="1"/>
          <p:nvPr/>
        </p:nvSpPr>
        <p:spPr>
          <a:xfrm>
            <a:off x="162047" y="229365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A4913D-52D7-23FD-F034-00B1ECC6835F}"/>
              </a:ext>
            </a:extLst>
          </p:cNvPr>
          <p:cNvSpPr txBox="1"/>
          <p:nvPr/>
        </p:nvSpPr>
        <p:spPr>
          <a:xfrm>
            <a:off x="8216502" y="2293657"/>
            <a:ext cx="448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3f)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5437A-5558-FCDC-ECE3-8D31DBD18C1B}"/>
              </a:ext>
            </a:extLst>
          </p:cNvPr>
          <p:cNvSpPr txBox="1"/>
          <p:nvPr/>
        </p:nvSpPr>
        <p:spPr>
          <a:xfrm>
            <a:off x="4156752" y="4734277"/>
            <a:ext cx="48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3g)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8046D8-FF0B-404B-28A5-0A6220CBF936}"/>
              </a:ext>
            </a:extLst>
          </p:cNvPr>
          <p:cNvSpPr txBox="1"/>
          <p:nvPr/>
        </p:nvSpPr>
        <p:spPr>
          <a:xfrm>
            <a:off x="4253633" y="227043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3e)</a:t>
            </a:r>
          </a:p>
        </p:txBody>
      </p:sp>
    </p:spTree>
    <p:extLst>
      <p:ext uri="{BB962C8B-B14F-4D97-AF65-F5344CB8AC3E}">
        <p14:creationId xmlns:p14="http://schemas.microsoft.com/office/powerpoint/2010/main" val="90468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ormality of garment size&#10;&#10;Description automatically generated">
            <a:extLst>
              <a:ext uri="{FF2B5EF4-FFF2-40B4-BE49-F238E27FC236}">
                <a16:creationId xmlns:a16="http://schemas.microsoft.com/office/drawing/2014/main" id="{E22BF529-0E14-701E-5BDA-2BCD3C097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" y="106513"/>
            <a:ext cx="3530278" cy="2287242"/>
          </a:xfrm>
          <a:prstGeom prst="rect">
            <a:avLst/>
          </a:prstGeom>
        </p:spPr>
      </p:pic>
      <p:pic>
        <p:nvPicPr>
          <p:cNvPr id="5" name="Picture 4" descr="A graph of a person's foot&#10;&#10;Description automatically generated with medium confidence">
            <a:extLst>
              <a:ext uri="{FF2B5EF4-FFF2-40B4-BE49-F238E27FC236}">
                <a16:creationId xmlns:a16="http://schemas.microsoft.com/office/drawing/2014/main" id="{5CB5FFE2-205C-5D77-4D72-674829767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472" y="106513"/>
            <a:ext cx="3703831" cy="2287242"/>
          </a:xfrm>
          <a:prstGeom prst="rect">
            <a:avLst/>
          </a:prstGeom>
        </p:spPr>
      </p:pic>
      <p:pic>
        <p:nvPicPr>
          <p:cNvPr id="7" name="Picture 6" descr="A graph with a line&#10;&#10;Description automatically generated">
            <a:extLst>
              <a:ext uri="{FF2B5EF4-FFF2-40B4-BE49-F238E27FC236}">
                <a16:creationId xmlns:a16="http://schemas.microsoft.com/office/drawing/2014/main" id="{29AC8278-9210-C736-BD00-F8EBAB519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249" y="73954"/>
            <a:ext cx="3630785" cy="2352360"/>
          </a:xfrm>
          <a:prstGeom prst="rect">
            <a:avLst/>
          </a:prstGeom>
        </p:spPr>
      </p:pic>
      <p:pic>
        <p:nvPicPr>
          <p:cNvPr id="9" name="Picture 8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705BB03-C686-01E2-ECD3-1CC98F62C3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" y="2393755"/>
            <a:ext cx="3542791" cy="2287242"/>
          </a:xfrm>
          <a:prstGeom prst="rect">
            <a:avLst/>
          </a:prstGeom>
        </p:spPr>
      </p:pic>
      <p:pic>
        <p:nvPicPr>
          <p:cNvPr id="11" name="Picture 10" descr="A graph of a graph&#10;&#10;Description automatically generated">
            <a:extLst>
              <a:ext uri="{FF2B5EF4-FFF2-40B4-BE49-F238E27FC236}">
                <a16:creationId xmlns:a16="http://schemas.microsoft.com/office/drawing/2014/main" id="{C2BA0EC7-3EE2-ED5E-0C28-A5C5ACE1D8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520" y="2468007"/>
            <a:ext cx="3630785" cy="2204976"/>
          </a:xfrm>
          <a:prstGeom prst="rect">
            <a:avLst/>
          </a:prstGeom>
        </p:spPr>
      </p:pic>
      <p:pic>
        <p:nvPicPr>
          <p:cNvPr id="13" name="Picture 12" descr="A graph with a line&#10;&#10;Description automatically generated">
            <a:extLst>
              <a:ext uri="{FF2B5EF4-FFF2-40B4-BE49-F238E27FC236}">
                <a16:creationId xmlns:a16="http://schemas.microsoft.com/office/drawing/2014/main" id="{24A060C2-4030-EFB1-7DC1-E243B92823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249" y="2394315"/>
            <a:ext cx="3630785" cy="2352360"/>
          </a:xfrm>
          <a:prstGeom prst="rect">
            <a:avLst/>
          </a:prstGeom>
        </p:spPr>
      </p:pic>
      <p:pic>
        <p:nvPicPr>
          <p:cNvPr id="15" name="Picture 14" descr="A graph with a line and a point&#10;&#10;Description automatically generated with medium confidence">
            <a:extLst>
              <a:ext uri="{FF2B5EF4-FFF2-40B4-BE49-F238E27FC236}">
                <a16:creationId xmlns:a16="http://schemas.microsoft.com/office/drawing/2014/main" id="{307F880E-2697-B546-DD19-06E2A4EC9E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473" y="4672983"/>
            <a:ext cx="3703832" cy="20827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930B56-B001-4058-C3F3-3768FC38EB23}"/>
              </a:ext>
            </a:extLst>
          </p:cNvPr>
          <p:cNvSpPr txBox="1"/>
          <p:nvPr/>
        </p:nvSpPr>
        <p:spPr>
          <a:xfrm>
            <a:off x="216538" y="-8238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8BD799-C05A-4714-6ED8-92063CA9549D}"/>
              </a:ext>
            </a:extLst>
          </p:cNvPr>
          <p:cNvSpPr txBox="1"/>
          <p:nvPr/>
        </p:nvSpPr>
        <p:spPr>
          <a:xfrm>
            <a:off x="4110667" y="-8238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25BF6-321E-F43D-00B4-987E27BABD6A}"/>
              </a:ext>
            </a:extLst>
          </p:cNvPr>
          <p:cNvSpPr txBox="1"/>
          <p:nvPr/>
        </p:nvSpPr>
        <p:spPr>
          <a:xfrm>
            <a:off x="8244547" y="-8238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547640-D537-F198-4A3C-6905C95D27CB}"/>
              </a:ext>
            </a:extLst>
          </p:cNvPr>
          <p:cNvSpPr txBox="1"/>
          <p:nvPr/>
        </p:nvSpPr>
        <p:spPr>
          <a:xfrm>
            <a:off x="216538" y="220908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6DB167-7B6A-A566-B169-6AEA20038DDC}"/>
              </a:ext>
            </a:extLst>
          </p:cNvPr>
          <p:cNvSpPr txBox="1"/>
          <p:nvPr/>
        </p:nvSpPr>
        <p:spPr>
          <a:xfrm>
            <a:off x="4196835" y="228334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DF2754-4078-3081-1673-564B1DC39AB9}"/>
              </a:ext>
            </a:extLst>
          </p:cNvPr>
          <p:cNvSpPr txBox="1"/>
          <p:nvPr/>
        </p:nvSpPr>
        <p:spPr>
          <a:xfrm>
            <a:off x="8244547" y="2211688"/>
            <a:ext cx="448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4f)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21172A-362C-DD87-266F-5943CCADC0AE}"/>
              </a:ext>
            </a:extLst>
          </p:cNvPr>
          <p:cNvSpPr txBox="1"/>
          <p:nvPr/>
        </p:nvSpPr>
        <p:spPr>
          <a:xfrm>
            <a:off x="4126056" y="4464404"/>
            <a:ext cx="48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4g)</a:t>
            </a:r>
          </a:p>
        </p:txBody>
      </p:sp>
    </p:spTree>
    <p:extLst>
      <p:ext uri="{BB962C8B-B14F-4D97-AF65-F5344CB8AC3E}">
        <p14:creationId xmlns:p14="http://schemas.microsoft.com/office/powerpoint/2010/main" val="172622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98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</cp:revision>
  <dcterms:created xsi:type="dcterms:W3CDTF">2026-03-11T10:49:06Z</dcterms:created>
  <dcterms:modified xsi:type="dcterms:W3CDTF">2026-03-11T11:20:05Z</dcterms:modified>
</cp:coreProperties>
</file>